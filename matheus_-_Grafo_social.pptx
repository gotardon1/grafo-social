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1E9AA-F1FA-460E-A428-EBD530C24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FF6A01-FC3F-46D1-A022-A0535D004F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565B4C-5AC2-46A9-8B4A-8074DB86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A1B24A-C0FF-4D0E-8AFE-6AC90425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7C9168-D4D1-4A0A-A05B-C717F95C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529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CFFE8-382D-4A28-9B56-30D1B4585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C7042E-60EA-46EF-934E-4BA0A0DE9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71A1F29-6838-4E56-A2D5-719AF2D5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36AEAC-FB74-4986-8817-FC95B5C57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A276E0-0755-4040-B71D-51A07582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6855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3C452E-B8E9-44F1-AC08-57B7AC9FE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D7E93F-DA2E-44F2-94D2-32BCA2B8B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8D0755-60F2-43B3-A211-391EF3101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C0144D-EFA3-4780-A00F-1448C40CF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CDFD21-1F0D-4D07-9B2F-EB03EAF0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934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40273-5554-4165-A932-5B8E65DDE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E9989D-8ECB-4BC9-84DB-BF8E1782B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541C939-66DD-4543-818E-09D177753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1D23C51-A7B2-4D65-B4F1-8CE7DAF02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766513-A016-46C1-A822-896AFF77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5B79E4-3713-4AF2-BB6A-F6ED69BC2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414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E8E57-9660-43ED-BE0C-FA1AD3B8F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92CCBBE-BDB1-4680-9751-EA1960FC0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DAA581E-3EA2-4943-BB6C-09561E550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681118-525C-4265-A6C8-02A4CA288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21D987C-099D-47ED-846A-FAF956F0A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C6D946-0ACD-4960-BCF5-9E761420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12F680A-6A2E-47F5-8DA8-A7D2FD96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238B307-E4EB-4135-8C2C-2673D998A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4916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81BD5-2147-49A7-A521-B338019C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9E6DEDE-1549-460A-95E4-857CD4774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4A404C1-0D93-44FB-B7C2-F5BE9B450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139905-D006-4878-824B-4F666C241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432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EEF54B6-1836-4538-888D-560B74E3B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6A127F2-A3D9-4617-835A-D48C8278C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703628-5B01-4904-BF88-F1CFDD5B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96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724EA3-2407-4E9C-8593-F03EF5D3F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0187C8-6547-48EE-9E22-B8F99FCB9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F7C7F8-B8D3-4C0B-84DD-5F696F4E2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447CD9-8D5D-4B33-B866-DFA44C10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B2CCD2-2A83-415A-A3F7-43C091FC8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30F3404-8440-41A6-B05B-6CE87A69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157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84FB72-1945-4B9C-A170-890BB8B43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4FA4166-D1DB-4EAC-83ED-5BDBFD682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C18E32C-3983-491F-81E3-81701790B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5052C3-36ED-44F7-A653-D6A53127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13E357-D665-41B9-84FF-DD583B1AC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A94442-D778-46CE-A818-8F190197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741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8491F-634C-46A9-8346-60A1055DA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3FD480-771B-44EE-8735-8E48A2765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71128D-FA48-4315-82DB-B0650DB90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F112C76-9FB3-4BCB-B320-4DF5BEAA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BEDE747-3D15-4047-B735-556EE418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272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6EF5A2-C2C6-4D06-8FDF-3025EA72C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36B77B-84BE-41C6-AC78-417778BF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B2D963-CD42-40A2-933B-DCDCD79FE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22CA31-DACD-428B-A515-88CBAF47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21ABDF-F8FD-4121-BD5F-FC4906414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738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703A247-5647-4618-AF71-18BC7FAC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4EA1CC-9F99-4A93-92B6-00B1E7D69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8AB483E-E42A-41FE-A74A-F23750F8B6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63BCBD-9246-4EC4-9F6E-C95FB5C4E98C}" type="datetimeFigureOut">
              <a:rPr lang="pt-BR" smtClean="0"/>
              <a:t>05/05/2022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E13802-28B1-4F38-B914-6BA810159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58BDAA-FD0F-4E60-BFA2-3741EA6A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40AD-28DB-44A3-B92E-8504288EDD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215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0A8AA90-C50D-4B06-8BBD-1715213A2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271" y="804333"/>
            <a:ext cx="9805458" cy="573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DA916C7-3606-4D77-9E68-6C8B94ECC8CD}"/>
              </a:ext>
            </a:extLst>
          </p:cNvPr>
          <p:cNvSpPr txBox="1"/>
          <p:nvPr/>
        </p:nvSpPr>
        <p:spPr>
          <a:xfrm>
            <a:off x="220133" y="0"/>
            <a:ext cx="119718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i="1" dirty="0"/>
              <a:t>GRAFO SOCIAL</a:t>
            </a:r>
          </a:p>
        </p:txBody>
      </p:sp>
    </p:spTree>
    <p:extLst>
      <p:ext uri="{BB962C8B-B14F-4D97-AF65-F5344CB8AC3E}">
        <p14:creationId xmlns:p14="http://schemas.microsoft.com/office/powerpoint/2010/main" val="789384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BCCCB-6845-4C8C-9F48-9D4A8AC73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151467"/>
          </a:xfrm>
        </p:spPr>
        <p:txBody>
          <a:bodyPr>
            <a:normAutofit/>
          </a:bodyPr>
          <a:lstStyle/>
          <a:p>
            <a:pPr algn="ctr"/>
            <a:r>
              <a:rPr lang="pt-BR" sz="2800" b="1" i="1" dirty="0"/>
              <a:t>“ORIGEM” DO TERMO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8993639-0C1A-4FF1-85F2-84E4469CDFF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867" y="1151467"/>
            <a:ext cx="12217400" cy="5706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020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8DD157-72DC-4C3C-871D-7CD0D67F8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26"/>
            <a:ext cx="10515600" cy="1014942"/>
          </a:xfrm>
        </p:spPr>
        <p:txBody>
          <a:bodyPr>
            <a:normAutofit/>
          </a:bodyPr>
          <a:lstStyle/>
          <a:p>
            <a:pPr algn="ctr"/>
            <a:r>
              <a:rPr lang="pt-BR" sz="2800" b="1" i="1" dirty="0"/>
              <a:t>USO PRATICO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3B886D3-CC7E-4C56-B090-D9CA7D935DB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" y="1953155"/>
            <a:ext cx="370852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B39B71A-3D8A-42A1-B9B4-92F8C387B9F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223" y="2337235"/>
            <a:ext cx="4870577" cy="3652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0435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“ORIGEM” DO TERMO</vt:lpstr>
      <vt:lpstr>USO PRATICO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matheus gotardo</dc:creator>
  <cp:lastModifiedBy>matheus gotardo</cp:lastModifiedBy>
  <cp:revision>4</cp:revision>
  <dcterms:created xsi:type="dcterms:W3CDTF">2022-05-06T00:09:13Z</dcterms:created>
  <dcterms:modified xsi:type="dcterms:W3CDTF">2022-05-06T00:34:18Z</dcterms:modified>
</cp:coreProperties>
</file>